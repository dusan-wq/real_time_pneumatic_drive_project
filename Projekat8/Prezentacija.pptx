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16FB59-A1A6-F88F-61BF-93417E6DD248}" v="685" dt="2025-10-19T20:17:47.8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3104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648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8474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9406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10/21/2025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833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10/21/2025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662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10/21/2025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5362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532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538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7191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5184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6826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78" r:id="rId6"/>
    <p:sldLayoutId id="2147483674" r:id="rId7"/>
    <p:sldLayoutId id="2147483675" r:id="rId8"/>
    <p:sldLayoutId id="2147483676" r:id="rId9"/>
    <p:sldLayoutId id="2147483677" r:id="rId10"/>
    <p:sldLayoutId id="2147483679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7293956" cy="2757495"/>
          </a:xfrm>
        </p:spPr>
        <p:txBody>
          <a:bodyPr anchor="t">
            <a:normAutofit fontScale="90000"/>
          </a:bodyPr>
          <a:lstStyle/>
          <a:p>
            <a:r>
              <a:rPr lang="en-US" sz="6600" dirty="0" err="1"/>
              <a:t>Projekat</a:t>
            </a:r>
            <a:r>
              <a:rPr lang="en-US" sz="6600" dirty="0"/>
              <a:t> 8</a:t>
            </a:r>
            <a:br>
              <a:rPr lang="en-US" dirty="0"/>
            </a:br>
            <a:r>
              <a:rPr lang="en-US" sz="6600" dirty="0" err="1"/>
              <a:t>Upravljački</a:t>
            </a:r>
            <a:r>
              <a:rPr lang="en-US" sz="6600" dirty="0"/>
              <a:t> </a:t>
            </a:r>
            <a:r>
              <a:rPr lang="en-US" sz="6600" dirty="0" err="1"/>
              <a:t>algoritmi</a:t>
            </a:r>
            <a:r>
              <a:rPr lang="en-US" sz="6600" dirty="0"/>
              <a:t> u </a:t>
            </a:r>
            <a:r>
              <a:rPr lang="en-US" sz="6600" dirty="0" err="1"/>
              <a:t>realnom</a:t>
            </a:r>
            <a:r>
              <a:rPr lang="en-US" sz="6600" dirty="0"/>
              <a:t> </a:t>
            </a:r>
            <a:r>
              <a:rPr lang="en-US" sz="6600" dirty="0" err="1"/>
              <a:t>vremenu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278873" y="4136031"/>
            <a:ext cx="4729378" cy="2536976"/>
          </a:xfrm>
        </p:spPr>
        <p:txBody>
          <a:bodyPr anchor="b">
            <a:normAutofit/>
          </a:bodyPr>
          <a:lstStyle/>
          <a:p>
            <a:r>
              <a:rPr lang="en-US" sz="2000" dirty="0" err="1"/>
              <a:t>Radili</a:t>
            </a:r>
            <a:r>
              <a:rPr lang="en-US" sz="2000" dirty="0"/>
              <a:t>: </a:t>
            </a:r>
            <a:endParaRPr lang="en-US" dirty="0"/>
          </a:p>
          <a:p>
            <a:r>
              <a:rPr lang="en-US" sz="2000" dirty="0"/>
              <a:t>Luka </a:t>
            </a:r>
            <a:r>
              <a:rPr lang="en-US" sz="2000" err="1"/>
              <a:t>marić</a:t>
            </a:r>
            <a:r>
              <a:rPr lang="en-US" sz="2000" dirty="0"/>
              <a:t> ra206/2022</a:t>
            </a:r>
          </a:p>
          <a:p>
            <a:r>
              <a:rPr lang="en-US" sz="2000" dirty="0"/>
              <a:t>Luka </a:t>
            </a:r>
            <a:r>
              <a:rPr lang="en-US" sz="2000" dirty="0" err="1"/>
              <a:t>mihajlović</a:t>
            </a:r>
            <a:r>
              <a:rPr lang="en-US" sz="2000" dirty="0"/>
              <a:t> Ra43/2022</a:t>
            </a:r>
          </a:p>
          <a:p>
            <a:r>
              <a:rPr lang="en-US" sz="2000" dirty="0"/>
              <a:t>Milan </a:t>
            </a:r>
            <a:r>
              <a:rPr lang="en-US" sz="2000" dirty="0" err="1"/>
              <a:t>rodić</a:t>
            </a:r>
            <a:r>
              <a:rPr lang="en-US" sz="2000" dirty="0"/>
              <a:t> ra13/2022</a:t>
            </a:r>
          </a:p>
          <a:p>
            <a:r>
              <a:rPr lang="en-US" sz="2000" dirty="0"/>
              <a:t>Dušan </a:t>
            </a:r>
            <a:r>
              <a:rPr lang="en-US" sz="2000" dirty="0" err="1"/>
              <a:t>Vukanić</a:t>
            </a:r>
            <a:r>
              <a:rPr lang="en-US" sz="2000" dirty="0"/>
              <a:t> ra79/2022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A07ED31-6FA0-4967-A8DD-C5388BC174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FE7B7-0A65-7AEB-53B8-8A172BC98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Vizualizacija</a:t>
            </a:r>
            <a:r>
              <a:rPr lang="en-US" dirty="0"/>
              <a:t> </a:t>
            </a:r>
            <a:r>
              <a:rPr lang="en-US" dirty="0" err="1"/>
              <a:t>simulacije</a:t>
            </a:r>
            <a:r>
              <a:rPr lang="en-US" dirty="0"/>
              <a:t> </a:t>
            </a:r>
            <a:r>
              <a:rPr lang="en-US" dirty="0" err="1"/>
              <a:t>sistema</a:t>
            </a:r>
          </a:p>
        </p:txBody>
      </p:sp>
      <p:pic>
        <p:nvPicPr>
          <p:cNvPr id="5" name="Content Placeholder 4" descr="A computer screen shot of a diagram&#10;&#10;AI-generated content may be incorrect.">
            <a:extLst>
              <a:ext uri="{FF2B5EF4-FFF2-40B4-BE49-F238E27FC236}">
                <a16:creationId xmlns:a16="http://schemas.microsoft.com/office/drawing/2014/main" id="{CEB3B93C-BA09-3B3C-783D-CBCED12095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15462" y="2633472"/>
            <a:ext cx="7551370" cy="3868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9539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40AB4-5018-833E-7C57-CAD5C8A1C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Izgled</a:t>
            </a:r>
            <a:r>
              <a:rPr lang="en-US" dirty="0"/>
              <a:t> </a:t>
            </a:r>
            <a:r>
              <a:rPr lang="en-US" dirty="0" err="1"/>
              <a:t>skade</a:t>
            </a:r>
            <a:r>
              <a:rPr lang="en-US" dirty="0"/>
              <a:t> </a:t>
            </a:r>
            <a:r>
              <a:rPr lang="en-US" dirty="0" err="1"/>
              <a:t>sistema</a:t>
            </a:r>
          </a:p>
        </p:txBody>
      </p:sp>
      <p:pic>
        <p:nvPicPr>
          <p:cNvPr id="4" name="Content Placeholder 3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E90A5B59-C2F2-E5F3-D0F2-2B34AB9ECF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64310" y="2633472"/>
            <a:ext cx="8252907" cy="3566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0500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15270-AE7D-D6EC-0E43-B7638339D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Producer koji </a:t>
            </a:r>
            <a:r>
              <a:rPr lang="en-US" dirty="0" err="1"/>
              <a:t>obrađuje</a:t>
            </a:r>
            <a:r>
              <a:rPr lang="en-US" dirty="0"/>
              <a:t> </a:t>
            </a:r>
            <a:r>
              <a:rPr lang="en-US" dirty="0" err="1"/>
              <a:t>pritisak</a:t>
            </a:r>
            <a:r>
              <a:rPr lang="en-US" dirty="0"/>
              <a:t> </a:t>
            </a:r>
            <a:r>
              <a:rPr lang="en-US" dirty="0" err="1"/>
              <a:t>tastera</a:t>
            </a:r>
            <a:r>
              <a:rPr lang="en-US" dirty="0"/>
              <a:t> On</a:t>
            </a:r>
          </a:p>
        </p:txBody>
      </p:sp>
      <p:pic>
        <p:nvPicPr>
          <p:cNvPr id="4" name="Content Placeholder 3" descr="A computer screen shot of a computer program&#10;&#10;AI-generated content may be incorrect.">
            <a:extLst>
              <a:ext uri="{FF2B5EF4-FFF2-40B4-BE49-F238E27FC236}">
                <a16:creationId xmlns:a16="http://schemas.microsoft.com/office/drawing/2014/main" id="{B47F0889-B03F-4537-E98F-7EDC9C9CCD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1312" y="2633472"/>
            <a:ext cx="10168464" cy="3566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3346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BC0EA-83EE-E2CD-6430-3DD5A920C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Inicijalno</a:t>
            </a:r>
            <a:r>
              <a:rPr lang="en-US" dirty="0"/>
              <a:t> </a:t>
            </a:r>
            <a:r>
              <a:rPr lang="en-US" dirty="0" err="1"/>
              <a:t>stanje</a:t>
            </a:r>
            <a:r>
              <a:rPr lang="en-US" dirty="0"/>
              <a:t> u Consumer </a:t>
            </a:r>
            <a:r>
              <a:rPr lang="en-US" dirty="0" err="1"/>
              <a:t>petlji</a:t>
            </a:r>
          </a:p>
        </p:txBody>
      </p:sp>
      <p:pic>
        <p:nvPicPr>
          <p:cNvPr id="4" name="Content Placeholder 3" descr="A computer screen shot of a diagram&#10;&#10;AI-generated content may be incorrect.">
            <a:extLst>
              <a:ext uri="{FF2B5EF4-FFF2-40B4-BE49-F238E27FC236}">
                <a16:creationId xmlns:a16="http://schemas.microsoft.com/office/drawing/2014/main" id="{3920307F-C512-A462-5983-9EEED1E1A4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12898" y="2633472"/>
            <a:ext cx="8978909" cy="3566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1138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40381-0EB7-361C-7F61-01955F569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Pump </a:t>
            </a:r>
            <a:r>
              <a:rPr lang="en-US" dirty="0" err="1"/>
              <a:t>stanje</a:t>
            </a:r>
            <a:r>
              <a:rPr lang="en-US" dirty="0"/>
              <a:t> u Consumer </a:t>
            </a:r>
            <a:r>
              <a:rPr lang="en-US" dirty="0" err="1"/>
              <a:t>petlji</a:t>
            </a:r>
          </a:p>
        </p:txBody>
      </p:sp>
      <p:pic>
        <p:nvPicPr>
          <p:cNvPr id="4" name="Content Placeholder 3" descr="A computer screen shot of a diagram&#10;&#10;AI-generated content may be incorrect.">
            <a:extLst>
              <a:ext uri="{FF2B5EF4-FFF2-40B4-BE49-F238E27FC236}">
                <a16:creationId xmlns:a16="http://schemas.microsoft.com/office/drawing/2014/main" id="{78F925A8-1B2D-18DE-0AB7-74C755B2BA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01663" y="2633472"/>
            <a:ext cx="9167762" cy="3566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299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568BA-ACDF-CD20-D1AB-1AD9A6684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Ready </a:t>
            </a:r>
            <a:r>
              <a:rPr lang="en-US" dirty="0" err="1"/>
              <a:t>stanje</a:t>
            </a:r>
            <a:r>
              <a:rPr lang="en-US" dirty="0"/>
              <a:t> u Consumer </a:t>
            </a:r>
            <a:r>
              <a:rPr lang="en-US" dirty="0" err="1"/>
              <a:t>petlji</a:t>
            </a:r>
          </a:p>
        </p:txBody>
      </p:sp>
      <p:pic>
        <p:nvPicPr>
          <p:cNvPr id="4" name="Content Placeholder 3" descr="A computer screen shot of a diagram&#10;&#10;AI-generated content may be incorrect.">
            <a:extLst>
              <a:ext uri="{FF2B5EF4-FFF2-40B4-BE49-F238E27FC236}">
                <a16:creationId xmlns:a16="http://schemas.microsoft.com/office/drawing/2014/main" id="{0C86E349-FC2E-5CE2-BC06-841EBC47EB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27844" y="2673477"/>
            <a:ext cx="8915400" cy="3486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8607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B8EDE-5617-7BEF-94BA-6C6DA216E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MoveRight</a:t>
            </a:r>
            <a:r>
              <a:rPr lang="en-US" dirty="0"/>
              <a:t> </a:t>
            </a:r>
            <a:r>
              <a:rPr lang="en-US" dirty="0" err="1"/>
              <a:t>stanje</a:t>
            </a:r>
            <a:r>
              <a:rPr lang="en-US" dirty="0"/>
              <a:t> u Producer </a:t>
            </a:r>
            <a:r>
              <a:rPr lang="en-US" dirty="0" err="1"/>
              <a:t>petlji</a:t>
            </a:r>
          </a:p>
        </p:txBody>
      </p:sp>
      <p:pic>
        <p:nvPicPr>
          <p:cNvPr id="4" name="Content Placeholder 3" descr="A computer screen shot of a computer program&#10;&#10;AI-generated content may be incorrect.">
            <a:extLst>
              <a:ext uri="{FF2B5EF4-FFF2-40B4-BE49-F238E27FC236}">
                <a16:creationId xmlns:a16="http://schemas.microsoft.com/office/drawing/2014/main" id="{AB96599C-D9EF-AD5A-7187-42E8F19299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0080" y="2966270"/>
            <a:ext cx="10890928" cy="2900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9439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D0A47-3404-747C-0EAE-78E9D4319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MoveRight</a:t>
            </a:r>
            <a:r>
              <a:rPr lang="en-US" dirty="0"/>
              <a:t> u Consumer </a:t>
            </a:r>
            <a:r>
              <a:rPr lang="en-US" dirty="0" err="1"/>
              <a:t>petlji</a:t>
            </a:r>
          </a:p>
        </p:txBody>
      </p:sp>
      <p:pic>
        <p:nvPicPr>
          <p:cNvPr id="4" name="Content Placeholder 3" descr="A computer screen shot of a computer program&#10;&#10;AI-generated content may be incorrect.">
            <a:extLst>
              <a:ext uri="{FF2B5EF4-FFF2-40B4-BE49-F238E27FC236}">
                <a16:creationId xmlns:a16="http://schemas.microsoft.com/office/drawing/2014/main" id="{A843A16E-8867-6920-B597-6FCFFCA188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1626" y="2966270"/>
            <a:ext cx="9207837" cy="2900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4291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37946-A64F-4189-0695-A31F7E39B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MoveCenter</a:t>
            </a:r>
            <a:r>
              <a:rPr lang="en-US" dirty="0"/>
              <a:t> u Producer </a:t>
            </a:r>
            <a:r>
              <a:rPr lang="en-US" dirty="0" err="1"/>
              <a:t>petlji</a:t>
            </a:r>
          </a:p>
        </p:txBody>
      </p:sp>
      <p:pic>
        <p:nvPicPr>
          <p:cNvPr id="4" name="Content Placeholder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238DA12E-33ED-F759-7F85-3F53AC2A4A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0080" y="3191323"/>
            <a:ext cx="10890928" cy="2450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161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60479-0B96-39FE-0126-3653E7474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MoveCenter</a:t>
            </a:r>
            <a:r>
              <a:rPr lang="en-US" dirty="0"/>
              <a:t> u Consumer </a:t>
            </a:r>
            <a:r>
              <a:rPr lang="en-US" dirty="0" err="1"/>
              <a:t>petlji</a:t>
            </a:r>
            <a:endParaRPr lang="en-US" dirty="0"/>
          </a:p>
        </p:txBody>
      </p:sp>
      <p:pic>
        <p:nvPicPr>
          <p:cNvPr id="4" name="Content Placeholder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A935854A-14BF-8BB2-3029-3EC35F46F9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8735" y="2633472"/>
            <a:ext cx="10273618" cy="3566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2659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41468-323A-0F1A-D251-955F812AA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MoveLeft</a:t>
            </a:r>
            <a:r>
              <a:rPr lang="en-US" dirty="0"/>
              <a:t> u Producer </a:t>
            </a:r>
            <a:r>
              <a:rPr lang="en-US" dirty="0" err="1"/>
              <a:t>petlji</a:t>
            </a:r>
            <a:endParaRPr lang="en-US" dirty="0"/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C960D8F-BFB9-6C0F-F5FD-1110E3E976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0080" y="3072203"/>
            <a:ext cx="10890928" cy="2688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5608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BF662-F0EB-47B5-4C6C-B5E83594B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MoveLeft</a:t>
            </a:r>
            <a:r>
              <a:rPr lang="en-US" dirty="0"/>
              <a:t> u Consumer </a:t>
            </a:r>
            <a:r>
              <a:rPr lang="en-US" dirty="0" err="1"/>
              <a:t>petlji</a:t>
            </a:r>
          </a:p>
        </p:txBody>
      </p:sp>
      <p:pic>
        <p:nvPicPr>
          <p:cNvPr id="4" name="Content Placeholder 3" descr="A computer screen shot of a diagram&#10;&#10;AI-generated content may be incorrect.">
            <a:extLst>
              <a:ext uri="{FF2B5EF4-FFF2-40B4-BE49-F238E27FC236}">
                <a16:creationId xmlns:a16="http://schemas.microsoft.com/office/drawing/2014/main" id="{F1C6D7C6-7F18-BF39-7C4A-4681DC56B0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69247" y="2633472"/>
            <a:ext cx="8832594" cy="3566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6568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36606-7463-C007-AA70-AE1593194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Off u Producer </a:t>
            </a:r>
            <a:r>
              <a:rPr lang="en-US" dirty="0" err="1"/>
              <a:t>petlji</a:t>
            </a:r>
          </a:p>
        </p:txBody>
      </p:sp>
      <p:pic>
        <p:nvPicPr>
          <p:cNvPr id="4" name="Content Placeholder 3" descr="A computer screen shot of a computer program&#10;&#10;AI-generated content may be incorrect.">
            <a:extLst>
              <a:ext uri="{FF2B5EF4-FFF2-40B4-BE49-F238E27FC236}">
                <a16:creationId xmlns:a16="http://schemas.microsoft.com/office/drawing/2014/main" id="{4D765CBB-F795-65BF-737B-37151CCF76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66197" y="2978277"/>
            <a:ext cx="5859571" cy="287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3388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B2180-AA57-BAC1-5312-0992487AB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Off u Consumer </a:t>
            </a:r>
            <a:r>
              <a:rPr lang="en-US" dirty="0" err="1"/>
              <a:t>petlji</a:t>
            </a:r>
          </a:p>
        </p:txBody>
      </p:sp>
      <p:pic>
        <p:nvPicPr>
          <p:cNvPr id="4" name="Content Placeholder 3" descr="A computer screen shot of a computer&#10;&#10;AI-generated content may be incorrect.">
            <a:extLst>
              <a:ext uri="{FF2B5EF4-FFF2-40B4-BE49-F238E27FC236}">
                <a16:creationId xmlns:a16="http://schemas.microsoft.com/office/drawing/2014/main" id="{A4B56F7D-ECFA-E5F6-7BE3-C7309DA7D9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0080" y="2885448"/>
            <a:ext cx="10890928" cy="3062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3066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BC6E3-55A5-C719-2569-F388577EE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EmergencyOff</a:t>
            </a:r>
            <a:r>
              <a:rPr lang="en-US" dirty="0"/>
              <a:t> u Producer </a:t>
            </a:r>
            <a:r>
              <a:rPr lang="en-US" dirty="0" err="1"/>
              <a:t>petlji</a:t>
            </a:r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BEA3980-FC28-74F6-638D-0B99AA1690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97302" y="2633472"/>
            <a:ext cx="7976483" cy="3566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6711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83222-0AC3-2B18-6DA3-EE14A1736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EmergencyOff</a:t>
            </a:r>
            <a:r>
              <a:rPr lang="en-US" dirty="0"/>
              <a:t> u Consumer </a:t>
            </a:r>
            <a:r>
              <a:rPr lang="en-US" dirty="0" err="1"/>
              <a:t>petlji</a:t>
            </a:r>
          </a:p>
        </p:txBody>
      </p:sp>
      <p:pic>
        <p:nvPicPr>
          <p:cNvPr id="4" name="Content Placeholder 3" descr="A computer screen shot of a computer&#10;&#10;AI-generated content may be incorrect.">
            <a:extLst>
              <a:ext uri="{FF2B5EF4-FFF2-40B4-BE49-F238E27FC236}">
                <a16:creationId xmlns:a16="http://schemas.microsoft.com/office/drawing/2014/main" id="{197381DF-D914-0146-D509-0778F1C68B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0080" y="2691021"/>
            <a:ext cx="10890928" cy="3451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4107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5C4D1-3A1A-FCEB-A6DC-9CE6B8BAD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Implemetnacija</a:t>
            </a:r>
            <a:r>
              <a:rPr lang="en-US" dirty="0"/>
              <a:t> </a:t>
            </a:r>
            <a:r>
              <a:rPr lang="en-US" dirty="0" err="1"/>
              <a:t>virtuelnih</a:t>
            </a:r>
            <a:r>
              <a:rPr lang="en-US" dirty="0"/>
              <a:t> </a:t>
            </a:r>
            <a:r>
              <a:rPr lang="en-US" dirty="0" err="1"/>
              <a:t>tastera</a:t>
            </a:r>
          </a:p>
        </p:txBody>
      </p:sp>
      <p:pic>
        <p:nvPicPr>
          <p:cNvPr id="4" name="Content Placeholder 3" descr="A computer screen shot of a computer program&#10;&#10;AI-generated content may be incorrect.">
            <a:extLst>
              <a:ext uri="{FF2B5EF4-FFF2-40B4-BE49-F238E27FC236}">
                <a16:creationId xmlns:a16="http://schemas.microsoft.com/office/drawing/2014/main" id="{9D153D3E-1E1D-697A-7BDC-6A7584921B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31002" y="2633472"/>
            <a:ext cx="7820563" cy="3566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4499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A5795-D383-47C1-22AE-8572C5BDD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Implementacija</a:t>
            </a:r>
            <a:r>
              <a:rPr lang="en-US" dirty="0"/>
              <a:t> </a:t>
            </a:r>
            <a:r>
              <a:rPr lang="en-US" dirty="0" err="1"/>
              <a:t>virtuelnih</a:t>
            </a:r>
            <a:r>
              <a:rPr lang="en-US" dirty="0"/>
              <a:t> </a:t>
            </a:r>
            <a:r>
              <a:rPr lang="en-US" dirty="0" err="1"/>
              <a:t>tastera</a:t>
            </a:r>
            <a:r>
              <a:rPr lang="en-US" dirty="0"/>
              <a:t> u Producer </a:t>
            </a:r>
            <a:r>
              <a:rPr lang="en-US" dirty="0" err="1"/>
              <a:t>petlji</a:t>
            </a:r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D8817C5-2CE4-BA8A-6014-95E12B019F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4612" y="2633472"/>
            <a:ext cx="10721865" cy="3566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999293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DashVTI</vt:lpstr>
      <vt:lpstr>Projekat 8 Upravljački algoritmi u realnom vremenu</vt:lpstr>
      <vt:lpstr>Vizualizacija simulacije sistema</vt:lpstr>
      <vt:lpstr>Izgled skade sistema</vt:lpstr>
      <vt:lpstr>Producer koji obrađuje pritisak tastera On</vt:lpstr>
      <vt:lpstr>Inicijalno stanje u Consumer petlji</vt:lpstr>
      <vt:lpstr>Pump stanje u Consumer petlji</vt:lpstr>
      <vt:lpstr>Ready stanje u Consumer petlji</vt:lpstr>
      <vt:lpstr>MoveRight stanje u Producer petlji</vt:lpstr>
      <vt:lpstr>MoveRight u Consumer petlji</vt:lpstr>
      <vt:lpstr>MoveCenter u Producer petlji</vt:lpstr>
      <vt:lpstr>MoveCenter u Consumer petlji</vt:lpstr>
      <vt:lpstr>MoveLeft u Producer petlji</vt:lpstr>
      <vt:lpstr>MoveLeft u Consumer petlji</vt:lpstr>
      <vt:lpstr>Off u Producer petlji</vt:lpstr>
      <vt:lpstr>Off u Consumer petlji</vt:lpstr>
      <vt:lpstr>EmergencyOff u Producer petlji</vt:lpstr>
      <vt:lpstr>EmergencyOff u Consumer petlji</vt:lpstr>
      <vt:lpstr>Implemetnacija virtuelnih tastera</vt:lpstr>
      <vt:lpstr>Implementacija virtuelnih tastera u Producer petlji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148</cp:revision>
  <dcterms:created xsi:type="dcterms:W3CDTF">2025-10-19T19:14:19Z</dcterms:created>
  <dcterms:modified xsi:type="dcterms:W3CDTF">2025-10-21T14:49:04Z</dcterms:modified>
</cp:coreProperties>
</file>